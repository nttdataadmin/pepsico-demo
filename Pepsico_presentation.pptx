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682C7A-8A04-4CC5-87B6-4F9E09BF2B8A}" v="1" dt="2026-04-01T12:09:20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mmana11 Meghana" userId="ed0a9bb5-8de0-4317-b064-d26490a40bb3" providerId="ADAL" clId="{F45EBEB4-AAF1-47A0-8D5B-EB541CE44401}"/>
    <pc:docChg chg="custSel addSld modSld">
      <pc:chgData name="Kommana11 Meghana" userId="ed0a9bb5-8de0-4317-b064-d26490a40bb3" providerId="ADAL" clId="{F45EBEB4-AAF1-47A0-8D5B-EB541CE44401}" dt="2026-04-01T15:03:38.075" v="40" actId="14100"/>
      <pc:docMkLst>
        <pc:docMk/>
      </pc:docMkLst>
      <pc:sldChg chg="addSp delSp modSp mod">
        <pc:chgData name="Kommana11 Meghana" userId="ed0a9bb5-8de0-4317-b064-d26490a40bb3" providerId="ADAL" clId="{F45EBEB4-AAF1-47A0-8D5B-EB541CE44401}" dt="2026-04-01T12:15:33.527" v="35" actId="14100"/>
        <pc:sldMkLst>
          <pc:docMk/>
          <pc:sldMk cId="3109713312" sldId="256"/>
        </pc:sldMkLst>
        <pc:picChg chg="del">
          <ac:chgData name="Kommana11 Meghana" userId="ed0a9bb5-8de0-4317-b064-d26490a40bb3" providerId="ADAL" clId="{F45EBEB4-AAF1-47A0-8D5B-EB541CE44401}" dt="2026-04-01T12:15:27.055" v="33" actId="478"/>
          <ac:picMkLst>
            <pc:docMk/>
            <pc:sldMk cId="3109713312" sldId="256"/>
            <ac:picMk id="5" creationId="{BB083398-2C8C-DFCE-D4B7-371E629AB666}"/>
          </ac:picMkLst>
        </pc:picChg>
        <pc:picChg chg="add mod">
          <ac:chgData name="Kommana11 Meghana" userId="ed0a9bb5-8de0-4317-b064-d26490a40bb3" providerId="ADAL" clId="{F45EBEB4-AAF1-47A0-8D5B-EB541CE44401}" dt="2026-04-01T12:15:33.527" v="35" actId="14100"/>
          <ac:picMkLst>
            <pc:docMk/>
            <pc:sldMk cId="3109713312" sldId="256"/>
            <ac:picMk id="7" creationId="{D0FB468A-EB03-E592-64E2-48FE33C0FC56}"/>
          </ac:picMkLst>
        </pc:picChg>
      </pc:sldChg>
      <pc:sldChg chg="addSp delSp modSp mod">
        <pc:chgData name="Kommana11 Meghana" userId="ed0a9bb5-8de0-4317-b064-d26490a40bb3" providerId="ADAL" clId="{F45EBEB4-AAF1-47A0-8D5B-EB541CE44401}" dt="2026-04-01T15:03:38.075" v="40" actId="14100"/>
        <pc:sldMkLst>
          <pc:docMk/>
          <pc:sldMk cId="3592989880" sldId="257"/>
        </pc:sldMkLst>
        <pc:picChg chg="del">
          <ac:chgData name="Kommana11 Meghana" userId="ed0a9bb5-8de0-4317-b064-d26490a40bb3" providerId="ADAL" clId="{F45EBEB4-AAF1-47A0-8D5B-EB541CE44401}" dt="2026-04-01T12:15:50.295" v="36" actId="478"/>
          <ac:picMkLst>
            <pc:docMk/>
            <pc:sldMk cId="3592989880" sldId="257"/>
            <ac:picMk id="3" creationId="{2EB3EC8C-2B19-7AB9-22C5-8F091A907B7C}"/>
          </ac:picMkLst>
        </pc:picChg>
        <pc:picChg chg="add mod">
          <ac:chgData name="Kommana11 Meghana" userId="ed0a9bb5-8de0-4317-b064-d26490a40bb3" providerId="ADAL" clId="{F45EBEB4-AAF1-47A0-8D5B-EB541CE44401}" dt="2026-04-01T15:03:38.075" v="40" actId="14100"/>
          <ac:picMkLst>
            <pc:docMk/>
            <pc:sldMk cId="3592989880" sldId="257"/>
            <ac:picMk id="5" creationId="{27EBBBB1-160A-DFED-C758-A97D6B8E223A}"/>
          </ac:picMkLst>
        </pc:picChg>
      </pc:sldChg>
      <pc:sldChg chg="addSp delSp modSp new mod">
        <pc:chgData name="Kommana11 Meghana" userId="ed0a9bb5-8de0-4317-b064-d26490a40bb3" providerId="ADAL" clId="{F45EBEB4-AAF1-47A0-8D5B-EB541CE44401}" dt="2026-04-01T15:03:19.118" v="39" actId="113"/>
        <pc:sldMkLst>
          <pc:docMk/>
          <pc:sldMk cId="2934066713" sldId="258"/>
        </pc:sldMkLst>
        <pc:spChg chg="add mod">
          <ac:chgData name="Kommana11 Meghana" userId="ed0a9bb5-8de0-4317-b064-d26490a40bb3" providerId="ADAL" clId="{F45EBEB4-AAF1-47A0-8D5B-EB541CE44401}" dt="2026-04-01T15:03:19.118" v="39" actId="113"/>
          <ac:spMkLst>
            <pc:docMk/>
            <pc:sldMk cId="2934066713" sldId="258"/>
            <ac:spMk id="8" creationId="{1CDAA2F4-12A6-DDEF-620D-24A20EF5F8CF}"/>
          </ac:spMkLst>
        </pc:spChg>
        <pc:picChg chg="add del mod">
          <ac:chgData name="Kommana11 Meghana" userId="ed0a9bb5-8de0-4317-b064-d26490a40bb3" providerId="ADAL" clId="{F45EBEB4-AAF1-47A0-8D5B-EB541CE44401}" dt="2026-04-01T12:06:25.658" v="4" actId="478"/>
          <ac:picMkLst>
            <pc:docMk/>
            <pc:sldMk cId="2934066713" sldId="258"/>
            <ac:picMk id="3" creationId="{6506C1FC-F9CA-D0FF-B892-BE5B5299EEBC}"/>
          </ac:picMkLst>
        </pc:picChg>
        <pc:picChg chg="add del">
          <ac:chgData name="Kommana11 Meghana" userId="ed0a9bb5-8de0-4317-b064-d26490a40bb3" providerId="ADAL" clId="{F45EBEB4-AAF1-47A0-8D5B-EB541CE44401}" dt="2026-04-01T12:06:31.350" v="6" actId="478"/>
          <ac:picMkLst>
            <pc:docMk/>
            <pc:sldMk cId="2934066713" sldId="258"/>
            <ac:picMk id="5" creationId="{6FD5394C-155A-CDC1-263E-C491388AED9C}"/>
          </ac:picMkLst>
        </pc:picChg>
        <pc:picChg chg="add mod">
          <ac:chgData name="Kommana11 Meghana" userId="ed0a9bb5-8de0-4317-b064-d26490a40bb3" providerId="ADAL" clId="{F45EBEB4-AAF1-47A0-8D5B-EB541CE44401}" dt="2026-04-01T12:09:48.803" v="29" actId="14100"/>
          <ac:picMkLst>
            <pc:docMk/>
            <pc:sldMk cId="2934066713" sldId="258"/>
            <ac:picMk id="7" creationId="{D96F5BF1-706C-F3C0-86A7-199F9D10359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9BE48-F702-C92C-47C7-BA48C1132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53042C-F808-3875-2DC8-60CAF9E94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658B7-9248-4033-E983-71D2EB10D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980CB-2774-4323-8F5E-9F3CF3997A46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6F81F-3FC2-E6C9-0BB4-1EFC872E7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00985-1528-F612-D718-764894A5F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08106-ADBF-4A62-B394-E632A6B31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576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BC800-3CDA-CE3A-0FD5-C6BF8C805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1F5D1-8042-A42D-4230-3DF8A9B0E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64FA-7B09-3AB9-4214-04C87D77A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980CB-2774-4323-8F5E-9F3CF3997A46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3ED2D-E183-3647-A0E4-3C3E9C0AA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73AF7-4579-FAA1-E90D-5E4C7F185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08106-ADBF-4A62-B394-E632A6B31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022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5C29D-EA10-63A3-E09A-DB7B0005D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4192D-F76F-52CD-581F-34D5E6477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187AC-3AB2-5C75-7D58-73605717F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980CB-2774-4323-8F5E-9F3CF3997A46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55408-DC1D-A4D8-B21B-93496529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1E533-814C-7332-988D-9FF1D62A1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08106-ADBF-4A62-B394-E632A6B31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45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70FB5-767B-3247-CC07-F4713F7BF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4B6D7-39E9-F615-E85D-ABE175D788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BF2A48-BAF3-CE2B-59A0-10FA731D1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2FBE6E-F852-B03A-D22C-CEE88BBB5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980CB-2774-4323-8F5E-9F3CF3997A46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36494-C56F-CC4A-C67E-9606BE7E4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51091D-ACA3-AB74-A8D4-83E28F8A9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08106-ADBF-4A62-B394-E632A6B31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37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79443-7B92-BAD5-994D-0FA70A9A6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0F06F-1668-30B3-CCF1-8973BB155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61D46-C9B7-AC47-5D28-C1FA0F4CB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68F4B2-E9EB-A371-8CF0-A2276EAFA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C0438C-14E6-B172-1BC2-619841B70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FBC6DB-6945-C00E-0E7E-82A20AE93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980CB-2774-4323-8F5E-9F3CF3997A46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8901A3-FEC5-81C2-22D2-C63550839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18E48E-84EC-008D-72DB-916B10D12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08106-ADBF-4A62-B394-E632A6B31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07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6C45D-E221-20BD-9559-BDC193A02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6DC4FB-53A8-5CED-F62F-439BACA50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980CB-2774-4323-8F5E-9F3CF3997A46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E96C93-1A33-6D50-3836-04A3976AD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B70412-BF7B-85A9-A7EE-23FFA8568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08106-ADBF-4A62-B394-E632A6B31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323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80BE3B-C61B-B5BA-0BC1-706C77D67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980CB-2774-4323-8F5E-9F3CF3997A46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F6056A-3F26-041C-36FE-3F23F6757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2967E-FF42-5AE7-B6D4-E01642C07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08106-ADBF-4A62-B394-E632A6B31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441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0D3CA-FF33-ADC2-8C6E-89F441722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7B56A-B8C3-4BCC-6D25-4B31FA60D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C16F0-038A-43F9-0976-82F9A6C86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77B5E-2C2E-F698-7A10-7B8C74C4F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980CB-2774-4323-8F5E-9F3CF3997A46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681A4-170E-47EF-6FFF-C184106B2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7B2D3-6E4B-1E19-C988-65A911E1F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08106-ADBF-4A62-B394-E632A6B31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51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64B2C-5114-A6EF-0C16-47102F063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D34CFB-1643-6394-5764-82B9917605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946700-9655-2A94-372E-A0AABF2F0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F978A-AFC1-604F-67BF-D8C7445C8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980CB-2774-4323-8F5E-9F3CF3997A46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B481A-CF22-1854-E59B-760A4EA57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07FA2-9193-A1EB-1F08-B7B11DE88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08106-ADBF-4A62-B394-E632A6B31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100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D6FBF-7505-09F9-6E99-FE547D99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3DB24-E2E6-C127-0653-67FB8D49D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55E2B-583B-3AD6-1E73-CBE1F95BC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980CB-2774-4323-8F5E-9F3CF3997A46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047D3-E4A9-BBC0-9B0B-29C960E83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22444-A7F3-E97D-4A0F-53D005515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08106-ADBF-4A62-B394-E632A6B31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48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4B33C6-EEAE-BC64-73AC-67B7CC9F14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333C81-6505-2B2F-B7EF-90ACF9E53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8ABD1-7816-6CFA-2833-418E056A7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980CB-2774-4323-8F5E-9F3CF3997A46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0815F-6853-8E02-8E3A-7D4709BBD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CDB76-0951-1A05-0B52-735030747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08106-ADBF-4A62-B394-E632A6B31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51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20107D-E5D5-F123-3639-EF11862CF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4DC4F-F311-8B96-1F5D-4C03A354A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31BB4-AD32-6DA6-A918-C56954B0F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C980CB-2774-4323-8F5E-9F3CF3997A46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AA3ED-C21F-8696-F014-7D9A252C6A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7B675-9B77-203E-DAF2-A33ACBED4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08106-ADBF-4A62-B394-E632A6B31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00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0899-2913-F0FF-43FD-22DCCF637A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BE6B5-E8A3-1693-29C2-570744E8C2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FB468A-EB03-E592-64E2-48FE33C0F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266"/>
            <a:ext cx="12192000" cy="688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713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EBBBB1-160A-DFED-C758-A97D6B8E2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989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6F5BF1-706C-F3C0-86A7-199F9D103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343" y="119743"/>
            <a:ext cx="8600330" cy="66185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DAA2F4-12A6-DDEF-620D-24A20EF5F8CF}"/>
              </a:ext>
            </a:extLst>
          </p:cNvPr>
          <p:cNvSpPr txBox="1"/>
          <p:nvPr/>
        </p:nvSpPr>
        <p:spPr>
          <a:xfrm>
            <a:off x="468085" y="293913"/>
            <a:ext cx="1959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2934066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Kommana11 Meghana</dc:creator>
  <cp:lastModifiedBy>Kommana11 Meghana</cp:lastModifiedBy>
  <cp:revision>1</cp:revision>
  <dcterms:created xsi:type="dcterms:W3CDTF">2026-04-01T10:33:47Z</dcterms:created>
  <dcterms:modified xsi:type="dcterms:W3CDTF">2026-04-01T15:03:47Z</dcterms:modified>
</cp:coreProperties>
</file>